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4446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44466"/>
                </a:solidFill>
                <a:latin typeface="Arial"/>
              </a:rPr>
              <a:t>Novos seguidores por mês  (*março parcial)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Seguidores novos</c:v>
                </c:pt>
              </c:strCache>
            </c:strRef>
          </c:tx>
          <c:spPr>
            <a:solidFill>
              <a:srgbClr val="3A4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</c:v>
                  </c:pt>
                  <c:pt idx="1">
                    <c:v>Fev</c:v>
                  </c:pt>
                  <c:pt idx="2">
                    <c:v>Mar*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</c:v>
                </c:pt>
                <c:pt idx="1">
                  <c:v>285</c:v>
                </c:pt>
                <c:pt idx="2">
                  <c:v>145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4A7A"/>
              </a:solidFill>
              <a:effectLst/>
            </c:spPr>
          </c:dPt>
          <c:dPt>
            <c:idx val="1"/>
            <c:bubble3D val="0"/>
            <c:spPr>
              <a:solidFill>
                <a:srgbClr val="2A9D5C"/>
              </a:solidFill>
              <a:effectLst/>
            </c:spPr>
          </c:dPt>
          <c:dPt>
            <c:idx val="2"/>
            <c:bubble3D val="0"/>
            <c:spPr>
              <a:solidFill>
                <a:srgbClr val="BBBBD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Reels</c:v>
                </c:pt>
                <c:pt idx="1">
                  <c:v>Carrosseis</c:v>
                </c:pt>
                <c:pt idx="2">
                  <c:v>Stories(est.)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</c:v>
                </c:pt>
                <c:pt idx="1">
                  <c:v>9</c:v>
                </c:pt>
                <c:pt idx="2">
                  <c:v>60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3A4A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Instagram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2026  |  Dados parciais — falta fechar março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por: Michel  |  </a:t>
            </a:r>
            <a:pPr indent="0" marL="0">
              <a:buNone/>
            </a:pPr>
            <a:r>
              <a:rPr lang="en-US" sz="1200" b="1" dirty="0">
                <a:solidFill>
                  <a:srgbClr val="F4A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versão: rascunho — NÃO COMPARTILHAR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 — Jan a Mar 2026 (números aprox.)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período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6.840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960120"/>
            <a:ext cx="1965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051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42032" y="16459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42032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36 (falhou)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65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1051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Salvos 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8304" y="16459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18304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3%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960120"/>
            <a:ext cx="1965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94576" y="1051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(views)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94576" y="16459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94576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do hook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74320" y="3474720"/>
          <a:ext cx="8595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por formato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1463040"/>
                <a:gridCol w="1554480"/>
                <a:gridCol w="32918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SALVOS%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7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alta — hooks ruins puxam média pra baixo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Carrossel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Salvo muito acima da média — continuar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medi direito — próximo trimestre medir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566160"/>
            <a:ext cx="8412480" cy="731520"/>
          </a:xfrm>
          <a:prstGeom prst="rect">
            <a:avLst/>
          </a:prstGeom>
          <a:solidFill>
            <a:srgbClr val="F0F0FA"/>
          </a:solidFill>
          <a:ln w="12700">
            <a:solidFill>
              <a:srgbClr val="CCCC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provisória: </a:t>
            </a:r>
            <a:pPr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 converte melhor em salvos; reel gera mais alcance. Estratégia: reel abre a audiência, carrossel converte em seguidor engajado. </a:t>
            </a:r>
            <a:pPr indent="0" marL="0">
              <a:buNone/>
            </a:pPr>
            <a:r>
              <a:rPr lang="en-US" sz="12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COM MAIS DADOS.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4343400"/>
          <a:ext cx="365760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1148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*stories estimado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faltando / próximos passos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ainda preciso coletar: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Stories: nunca medi sistematicamente. Começar a medir a partir de abril.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Taxa de clique no link da bio (ainda não tenho UTMs configurados).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Dados de março estão parciais — fechar análise até 05/04.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de processo pra próximo trimestre: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Definir meta de taxa de salvo por formato (hoje a meta é genérica).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Criar planilha de acompanhamento semanal (essa análise foi toda manual, demorou muito).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Revisar frequência: 3 reels/semana é sustentável? Fevereiro foi difícil.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NÃO RESOLVIDA: o pico de março foi por conta do conteúdo ou o algoritmo me favoreceu naquela semana? Preciso de mais dados pra concluir.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Analise Performance Conteudo</dc:title>
  <dc:subject>PptxGenJS Presentation</dc:subject>
  <dc:creator>PptxGenJS</dc:creator>
  <cp:lastModifiedBy>PptxGenJS</cp:lastModifiedBy>
  <cp:revision>1</cp:revision>
  <dcterms:created xsi:type="dcterms:W3CDTF">2026-06-04T12:18:05Z</dcterms:created>
  <dcterms:modified xsi:type="dcterms:W3CDTF">2026-06-04T12:18:05Z</dcterms:modified>
</cp:coreProperties>
</file>