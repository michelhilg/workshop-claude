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07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DE PROCESSO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Conteúdo — Reunião Março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(rascunho — não finalizado)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Participantes: Michel, Carol, Rodrigo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14/03/2026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 REVISÃO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levantados na reunião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aprovação confuso — muitos idas e vindas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briefing padrão para a editora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definidos em cima da hora, sem antecedência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i="1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 (tinha mais alguma coisa aqui — ver gravação)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por falta de alinhamento inicial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i="1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não decidido ainda (buffer? later? outro?)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itens em vermelho = pendente confirmar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tomadas (pelo menos essas)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4A4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DE CANAIS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PRIORIDADE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reaproveitamento apenas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criar conteúdo novo pro YT agora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canais: ainda não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4A4A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reels/semana (mínimo)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reels se der — não obrigatório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carrossel/semana (converte bem)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todo dia útil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pode ser bastidor/reposta — não precisa ser produzido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0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1097280"/>
                <a:gridCol w="164592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template de briefing padrão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Travar temas das próximas 2 semanas no calendário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lista de músicas usadas até agora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ferramenta de agendamento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7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ABERTO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Documentar processo completo em algum lugar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7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ABERTO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essa lista não está completa — tem mais coisa que foi falada e não anotei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Alinhamento Processo Conteudo</dc:title>
  <dc:subject>PptxGenJS Presentation</dc:subject>
  <dc:creator>PptxGenJS</dc:creator>
  <cp:lastModifiedBy>PptxGenJS</cp:lastModifiedBy>
  <cp:revision>1</cp:revision>
  <dcterms:created xsi:type="dcterms:W3CDTF">2026-06-04T12:17:08Z</dcterms:created>
  <dcterms:modified xsi:type="dcterms:W3CDTF">2026-06-04T12:17:08Z</dcterms:modified>
</cp:coreProperties>
</file>